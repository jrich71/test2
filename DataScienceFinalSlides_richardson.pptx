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ata Scienc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Science</a:t>
            </a:r>
          </a:p>
        </p:txBody>
      </p:sp>
      <p:sp>
        <p:nvSpPr>
          <p:cNvPr id="120" name="Bod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Background and Purpo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1622">
              <a:defRPr sz="7280"/>
            </a:lvl1pPr>
          </a:lstStyle>
          <a:p>
            <a:pPr/>
            <a:r>
              <a:t>Background and Purpose</a:t>
            </a:r>
          </a:p>
        </p:txBody>
      </p:sp>
      <p:sp>
        <p:nvSpPr>
          <p:cNvPr id="123" name="The problem is that community-based medicine doesn’t always provide evidence-based care. This project intends to improve community-based care through practice transformation and I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3040"/>
            </a:pPr>
            <a:r>
              <a:rPr b="1"/>
              <a:t>The problem</a:t>
            </a:r>
            <a:r>
              <a:t> is that community-based medicine doesn’t always provide evidence-based care. This project intends to improve community-based care through practice transformation and IT.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b="1"/>
              <a:t>Few data</a:t>
            </a:r>
            <a:r>
              <a:t> (at a system level) exist to explain or solve this problem. These unique data represent system-wide clinics that were randomized to receive practice transformation with IT against clinics that received practice transformation only.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b="1"/>
              <a:t>The hypothesis</a:t>
            </a:r>
            <a:r>
              <a:t> is that clinics that receive practice transformation with IT perform better than clinics that receive practice transformation only, over 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roject Design Writeu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Design Writeup</a:t>
            </a:r>
          </a:p>
        </p:txBody>
      </p:sp>
      <p:sp>
        <p:nvSpPr>
          <p:cNvPr id="126" name="Hypothesis is, clinics that receive practice transformation with IT perform better than those that receive transformation only, over tim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/>
              <a:t>Hypothesis</a:t>
            </a:r>
            <a:r>
              <a:t> is, clinics that receive practice transformation with IT perform better than those that receive transformation only, over time.</a:t>
            </a:r>
          </a:p>
          <a:p>
            <a:pPr/>
            <a:r>
              <a:rPr b="1"/>
              <a:t>Describe</a:t>
            </a:r>
            <a:r>
              <a:t> if results differ by patient condition (n=4).</a:t>
            </a:r>
          </a:p>
          <a:p>
            <a:pPr/>
            <a:r>
              <a:rPr b="1"/>
              <a:t>Specific features</a:t>
            </a:r>
            <a:r>
              <a:t> include that there are different measures for across conditions (n=6).</a:t>
            </a:r>
          </a:p>
          <a:p>
            <a:pPr/>
            <a:r>
              <a:rPr b="1"/>
              <a:t>Goals and criteria</a:t>
            </a:r>
            <a:r>
              <a:t> are to authoritatively report that any differences (or not) are associated with the intervention.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29" name="There are statiscally significant differences (p-value &lt; .001) for 3 conditions (K, L, N), and therefore I reject the null hypothesis and accept the alternative for both Control and Internvetion group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There are statiscally significant differences (p-value &lt; .001) for 3 conditions (K, L, N), and therefore I reject the null hypothesis and accept the alternative for both Control and Internvetion groups.</a:t>
            </a:r>
          </a:p>
          <a:p>
            <a:pPr/>
          </a:p>
          <a:p>
            <a:pPr/>
            <a:r>
              <a:t>However the Intervention group p-value was further away from .001 than the Control group.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